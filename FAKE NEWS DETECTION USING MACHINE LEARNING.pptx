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72" r:id="rId12"/>
    <p:sldId id="270" r:id="rId13"/>
    <p:sldId id="271" r:id="rId14"/>
    <p:sldId id="269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23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13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61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96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15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41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52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1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24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95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03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700BE-97B4-4DBE-85D8-B7930A7E2FA1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A2CD79A-9D2D-45E8-8755-87FED2FF1A8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30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5D1C-1252-22B0-7078-83992992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0" y="1113756"/>
            <a:ext cx="11935326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FAKE NEWS DETECTION USING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C1F6-7B49-1939-2F46-6E5B30824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439319"/>
            <a:ext cx="5827295" cy="435133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PRESENTED BY</a:t>
            </a:r>
          </a:p>
          <a:p>
            <a:r>
              <a:rPr lang="en-IN" dirty="0"/>
              <a:t>NAME-&gt;Manas Raj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8A3850-FEEB-77BA-BD1B-5F3E02633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926" y="1969043"/>
            <a:ext cx="7823074" cy="417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1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2CC1-A65C-DB5F-A1DB-FD486093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WHY I CHOSE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477C0-FC31-E650-6405-87E28FBB5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Fake news spreads very quickly through social media and websites.</a:t>
            </a:r>
          </a:p>
          <a:p>
            <a:r>
              <a:rPr lang="en-US" sz="2800" dirty="0"/>
              <a:t>It can mislead people and create confusion.</a:t>
            </a:r>
          </a:p>
          <a:p>
            <a:r>
              <a:rPr lang="en-US" sz="2800" dirty="0"/>
              <a:t>Machine Learning can automatically identify fake news with good accuracy.</a:t>
            </a:r>
          </a:p>
          <a:p>
            <a:r>
              <a:rPr lang="en-US" sz="2800" dirty="0"/>
              <a:t>This project demonstrates a practical use of Artificial Intelligence.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9216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9038-0B03-6A81-0C9B-6834B8CC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B7DA-72C5-4451-6D57-31FEAC06F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0" y="2010878"/>
            <a:ext cx="9605635" cy="3448595"/>
          </a:xfrm>
        </p:spPr>
        <p:txBody>
          <a:bodyPr>
            <a:normAutofit/>
          </a:bodyPr>
          <a:lstStyle/>
          <a:p>
            <a:r>
              <a:rPr lang="en-US" sz="2800" dirty="0"/>
              <a:t>Fake news is false or misleading information presented as real news. It spreads rapidly through social media platforms, messaging apps, and websites. Machine Learning helps </a:t>
            </a:r>
            <a:r>
              <a:rPr lang="en-US" sz="2800" dirty="0" err="1"/>
              <a:t>analyse</a:t>
            </a:r>
            <a:r>
              <a:rPr lang="en-US" sz="2800" dirty="0"/>
              <a:t> news articles and predict whether they are real or fake based on patter the text.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0156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1E26-83CA-86D4-586D-B77B635E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30EF5-5EA4-69C1-2164-0AEB051F3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9605634" cy="3448595"/>
          </a:xfrm>
        </p:spPr>
        <p:txBody>
          <a:bodyPr>
            <a:normAutofit/>
          </a:bodyPr>
          <a:lstStyle/>
          <a:p>
            <a:r>
              <a:rPr lang="en-US" sz="2800" dirty="0"/>
              <a:t>Fake news spreads faster than verified information.</a:t>
            </a:r>
          </a:p>
          <a:p>
            <a:r>
              <a:rPr lang="en-US" sz="2800" dirty="0"/>
              <a:t>It can influence public opinion and decision-making.</a:t>
            </a:r>
          </a:p>
          <a:p>
            <a:r>
              <a:rPr lang="en-US" sz="2800" dirty="0"/>
              <a:t>Manual verification takes time and effort.</a:t>
            </a:r>
          </a:p>
          <a:p>
            <a:r>
              <a:rPr lang="en-US" sz="2800" dirty="0"/>
              <a:t>There is a need for an automated system to detect fake news accurately.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9528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3B3C-85E5-826D-D8A2-1A4DE0D3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Limitations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BC870-9C58-A48B-1252-9FE97543D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9605634" cy="3448595"/>
          </a:xfrm>
        </p:spPr>
        <p:txBody>
          <a:bodyPr/>
          <a:lstStyle/>
          <a:p>
            <a:r>
              <a:rPr lang="en-IN" dirty="0"/>
              <a:t>Accuracy depends on the quality of the dataset.</a:t>
            </a:r>
          </a:p>
          <a:p>
            <a:r>
              <a:rPr lang="en-IN" dirty="0"/>
              <a:t>New types of fake news may reduce prediction accuracy.</a:t>
            </a:r>
          </a:p>
          <a:p>
            <a:r>
              <a:rPr lang="en-IN" dirty="0"/>
              <a:t>The model requires regular updates.</a:t>
            </a:r>
          </a:p>
          <a:p>
            <a:r>
              <a:rPr lang="en-IN"/>
              <a:t>Future Scope</a:t>
            </a:r>
          </a:p>
          <a:p>
            <a:r>
              <a:rPr lang="en-IN"/>
              <a:t>Improve </a:t>
            </a:r>
            <a:r>
              <a:rPr lang="en-IN" dirty="0"/>
              <a:t>prediction accuracy using deep </a:t>
            </a:r>
            <a:r>
              <a:rPr lang="en-IN" dirty="0" err="1"/>
              <a:t>leng</a:t>
            </a:r>
            <a:r>
              <a:rPr lang="en-IN" dirty="0"/>
              <a:t>. </a:t>
            </a:r>
          </a:p>
          <a:p>
            <a:r>
              <a:rPr lang="en-IN" dirty="0"/>
              <a:t>Support multiple languages.</a:t>
            </a:r>
          </a:p>
        </p:txBody>
      </p:sp>
    </p:spTree>
    <p:extLst>
      <p:ext uri="{BB962C8B-B14F-4D97-AF65-F5344CB8AC3E}">
        <p14:creationId xmlns:p14="http://schemas.microsoft.com/office/powerpoint/2010/main" val="196462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4174-892A-C1FD-B95D-2D5E8FBB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B0C1-4F32-D0D0-EA3E-F6F2E51D4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9605634" cy="3448595"/>
          </a:xfrm>
        </p:spPr>
        <p:txBody>
          <a:bodyPr>
            <a:normAutofit/>
          </a:bodyPr>
          <a:lstStyle/>
          <a:p>
            <a:r>
              <a:rPr lang="en-US" sz="2800" dirty="0"/>
              <a:t>Develop a Machine Learning model to detect fake news.</a:t>
            </a:r>
          </a:p>
          <a:p>
            <a:r>
              <a:rPr lang="en-US" sz="2800" dirty="0"/>
              <a:t>Classify news articles as Real or Fake.</a:t>
            </a:r>
          </a:p>
          <a:p>
            <a:r>
              <a:rPr lang="en-US" sz="2800" dirty="0"/>
              <a:t>Reduce the spread of misinformation.</a:t>
            </a:r>
          </a:p>
          <a:p>
            <a:r>
              <a:rPr lang="en-US" sz="2800" dirty="0"/>
              <a:t>Improve awareness of Al applications in everyday life.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407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B0B1-FA2C-DBC9-D7CE-003A663A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technologyies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696F3-31E2-D23F-5024-3D40B1A54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312" y="2099369"/>
            <a:ext cx="9683540" cy="3448595"/>
          </a:xfrm>
        </p:spPr>
        <p:txBody>
          <a:bodyPr>
            <a:normAutofit/>
          </a:bodyPr>
          <a:lstStyle/>
          <a:p>
            <a:r>
              <a:rPr lang="en-IN" dirty="0"/>
              <a:t>Python</a:t>
            </a:r>
          </a:p>
          <a:p>
            <a:r>
              <a:rPr lang="en-IN" dirty="0"/>
              <a:t>Machine Learning</a:t>
            </a:r>
          </a:p>
          <a:p>
            <a:r>
              <a:rPr lang="en-IN" dirty="0"/>
              <a:t>Pandas</a:t>
            </a:r>
          </a:p>
          <a:p>
            <a:r>
              <a:rPr lang="en-IN" dirty="0"/>
              <a:t>NumPy</a:t>
            </a:r>
          </a:p>
          <a:p>
            <a:r>
              <a:rPr lang="en-IN" dirty="0"/>
              <a:t>Scikit-learn</a:t>
            </a:r>
          </a:p>
          <a:p>
            <a:r>
              <a:rPr lang="en-IN"/>
              <a:t>VS code</a:t>
            </a:r>
            <a:endParaRPr lang="en-IN" dirty="0"/>
          </a:p>
          <a:p>
            <a:r>
              <a:rPr lang="en-IN" dirty="0"/>
              <a:t>Dataset(Real News and Fake News)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93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4F4D-E11E-CD0F-DA88-D49CBE6C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How the system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02E6F-DE93-98D3-6840-0BE41465F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9605634" cy="3448595"/>
          </a:xfrm>
        </p:spPr>
        <p:txBody>
          <a:bodyPr/>
          <a:lstStyle/>
          <a:p>
            <a:r>
              <a:rPr lang="en-US" dirty="0"/>
              <a:t>1. Collect the news dataset.</a:t>
            </a:r>
          </a:p>
          <a:p>
            <a:r>
              <a:rPr lang="en-US" dirty="0"/>
              <a:t>2. Clean and preprocess the text.</a:t>
            </a:r>
          </a:p>
          <a:p>
            <a:r>
              <a:rPr lang="en-US" dirty="0"/>
              <a:t>3. Convert text into numerical features.</a:t>
            </a:r>
          </a:p>
          <a:p>
            <a:r>
              <a:rPr lang="en-US" dirty="0"/>
              <a:t>4. Train the Machine Learning model.</a:t>
            </a:r>
          </a:p>
          <a:p>
            <a:r>
              <a:rPr lang="en-US" dirty="0"/>
              <a:t>5. Enter a news headline or article.</a:t>
            </a:r>
          </a:p>
          <a:p>
            <a:r>
              <a:rPr lang="en-US" dirty="0"/>
              <a:t>6. The model predicts whether the news is Real or Fake.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65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A6EC-032C-85B6-9FA6-6580A4AD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F6C56-BCBB-3C43-8EAB-52764F638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0" y="2010878"/>
            <a:ext cx="9605635" cy="3448595"/>
          </a:xfrm>
        </p:spPr>
        <p:txBody>
          <a:bodyPr/>
          <a:lstStyle/>
          <a:p>
            <a:r>
              <a:rPr lang="en-US" dirty="0"/>
              <a:t>Detects fake news quickly.</a:t>
            </a:r>
          </a:p>
          <a:p>
            <a:r>
              <a:rPr lang="en-US" dirty="0"/>
              <a:t>Saves time compared to manual verification.</a:t>
            </a:r>
          </a:p>
          <a:p>
            <a:r>
              <a:rPr lang="en-US" dirty="0"/>
              <a:t>Improves public awareness.</a:t>
            </a:r>
          </a:p>
          <a:p>
            <a:r>
              <a:rPr lang="en-US" dirty="0"/>
              <a:t>Easy to use.</a:t>
            </a:r>
          </a:p>
          <a:p>
            <a:r>
              <a:rPr lang="en-US" dirty="0"/>
              <a:t>Can be integrated with websites and social media platforms.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279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51AB-D15B-6BE8-982E-5AE7B347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6EAC-CBCC-7A67-660C-24FC4661F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9605634" cy="3448595"/>
          </a:xfrm>
        </p:spPr>
        <p:txBody>
          <a:bodyPr/>
          <a:lstStyle/>
          <a:p>
            <a:r>
              <a:rPr lang="en-US" dirty="0"/>
              <a:t>Accuracy depends on the quality of the dataset.</a:t>
            </a:r>
          </a:p>
          <a:p>
            <a:r>
              <a:rPr lang="en-US" dirty="0"/>
              <a:t>New types of fake news may reduce prediction accuracy.</a:t>
            </a:r>
          </a:p>
          <a:p>
            <a:r>
              <a:rPr lang="en-US" dirty="0"/>
              <a:t>The model requires regular updates.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914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C425C-65DA-7A4A-68F6-5F87ED0B8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738"/>
            <a:ext cx="12192000" cy="641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1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4E6538-30BC-7B92-6D65-6429301F2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8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71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B3EFDB-1B5A-600D-063C-343475D0B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37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83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A61DD-CDAE-525D-F925-8C7A36FDC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02607" cy="6154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A427A-0776-8527-AB58-A4871FF07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07" y="0"/>
            <a:ext cx="6289393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D447F6-4300-0E0E-249B-47DA84A10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07" y="5240594"/>
            <a:ext cx="628939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24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6C40-AE04-CBE0-29F4-B737E071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417E7-E60A-605A-28C3-6CF94FBA6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0" y="2010878"/>
            <a:ext cx="9605635" cy="3448595"/>
          </a:xfrm>
        </p:spPr>
        <p:txBody>
          <a:bodyPr/>
          <a:lstStyle/>
          <a:p>
            <a:r>
              <a:rPr lang="en-US" dirty="0"/>
              <a:t>Fake News Detection using Machine Learning is an effective solution for identifying false information. It helps reduce misinformation by automatically </a:t>
            </a:r>
            <a:r>
              <a:rPr lang="en-US" dirty="0" err="1"/>
              <a:t>analysing</a:t>
            </a:r>
            <a:r>
              <a:rPr lang="en-US" dirty="0"/>
              <a:t> news content. With improved datasets and advanced Al models, this technology can become even more accurate and useful in the future.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889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8150F2-239F-9BC6-3E0D-45118BA91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14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179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96</TotalTime>
  <Words>398</Words>
  <Application>Microsoft Office PowerPoint</Application>
  <PresentationFormat>Widescreen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FAKE NEWS DETECTION USING MACHINE LEARNING</vt:lpstr>
      <vt:lpstr>WHY I CHOSE THIS PROJECT</vt:lpstr>
      <vt:lpstr>INTRODUCTION</vt:lpstr>
      <vt:lpstr>PROBLEM STATEMENT</vt:lpstr>
      <vt:lpstr>Limitations and future scope</vt:lpstr>
      <vt:lpstr>OBJECTIVE</vt:lpstr>
      <vt:lpstr>technologyies used</vt:lpstr>
      <vt:lpstr>How the system works</vt:lpstr>
      <vt:lpstr>advantages</vt:lpstr>
      <vt:lpstr>limitations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raj</dc:creator>
  <cp:lastModifiedBy>manas raj</cp:lastModifiedBy>
  <cp:revision>10</cp:revision>
  <dcterms:created xsi:type="dcterms:W3CDTF">2026-07-27T12:54:11Z</dcterms:created>
  <dcterms:modified xsi:type="dcterms:W3CDTF">2026-08-15T08:20:14Z</dcterms:modified>
</cp:coreProperties>
</file>